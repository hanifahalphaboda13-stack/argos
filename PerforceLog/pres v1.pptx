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Détection d'antipatterns
à partir de logs Perforce</a:t>
            </a:r>
          </a:p>
          <a:p>
            <a:pPr>
              <a:spcBef>
                <a:spcPts val="1600"/>
              </a:spcBef>
            </a:pPr>
            <a:r>
              <a:rPr sz="1800" b="0">
                <a:solidFill>
                  <a:srgbClr val="CCDDEE"/>
                </a:solidFill>
                <a:latin typeface="Calibri"/>
              </a:rPr>
              <a:t>Métriques type Prometheus + patterns temporels CEP avec BeepBeep</a:t>
            </a:r>
          </a:p>
          <a:p>
            <a:pPr>
              <a:spcBef>
                <a:spcPts val="2800"/>
              </a:spcBef>
            </a:pPr>
            <a:r>
              <a:rPr sz="1400" b="0">
                <a:solidFill>
                  <a:srgbClr val="AABBCC"/>
                </a:solidFill>
                <a:latin typeface="Calibri"/>
              </a:rPr>
              <a:t>Hanifah — UQAC — Juin 2026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AABBCC"/>
                </a:solidFill>
                <a:latin typeface="Calibri"/>
              </a:rPr>
              <a:t>Superviseurs : Sylvain Hallé, Yannick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Contexte et objectif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Développement de jeux vidéo en équipe — cours NAD, dépôt Perforce partagé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Les logs serveur (~1,7 Go) tracent toute l'activité mais sont difficiles à exploiter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Objectif : détecter automatiquement des antipatterns de collaboration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Approche en deux phases (suggestion Sylvain) 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Phase 1 — reproduire ce que Prometheus ferait (compteurs, agrégations)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Phase 2 — aller plus loin avec le CEP (séquences temporelles)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Antipatterns ciblés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Procrastination collective — rush de submits avant deadline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Warm Bodies — développeurs peu actifs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Lone Wolf — beaucoup d'edits, peu de submits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Bystander Apathy — checkout (edit) sans submit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Edit → revert — fichier ouvert puis abandonné sans modification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Correspondance catalogue ReliSA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Notre détection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Fiche ReliSA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Procrastination collective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Collective_Procrastination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Warm Bodies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Warm_Bodies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Lone Wolf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Lone-Wolf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Edit sans submit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Proxy log (≠ Bystander_Apathy ReliSA)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Edit → revert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Cascading_Branches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Approx. — pas de fiche exacte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Edit → revert et le catalogue ReliSA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Aucune fiche ReliSA ne décrit explicitement edit puis revert Perforce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Le plus proche : Cascading Branches — travail isolé puis abandonné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Bystander_Apathy (ReliSA) = effet témoin social, pas un pattern VCS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Notre edit→revert = opérationnalisation nouvelle à partir des logs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Source : github.com/ReliSA/Software-process-antipatterns-catalogue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Architecture de l'outil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03120"/>
            <a:ext cx="1115568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Log Perforce
(~1,7 Go)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453896" y="2487168"/>
            <a:ext cx="128016" cy="2286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45336" y="2103120"/>
            <a:ext cx="1115568" cy="1005840"/>
          </a:xfrm>
          <a:prstGeom prst="round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LecteurLog
+ métriques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9192" y="2487168"/>
            <a:ext cx="128016" cy="2286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70632" y="2103120"/>
            <a:ext cx="1115568" cy="1005840"/>
          </a:xfrm>
          <a:prstGeom prst="round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PerforceEvent
export v3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04488" y="2487168"/>
            <a:ext cx="128016" cy="2286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95928" y="2103120"/>
            <a:ext cx="1115568" cy="10058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BeepBeep
Phase 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29784" y="2487168"/>
            <a:ext cx="128016" cy="2286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1224" y="2103120"/>
            <a:ext cx="1115568" cy="10058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BeepBeep
Phase 2 CEP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355080" y="2487168"/>
            <a:ext cx="128016" cy="2286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2103120"/>
            <a:ext cx="1115568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JSON
(6 fichiers)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• 8 fichiers Java : Main, LecteurLog, PerforceEvent, MetriquesServeur,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•   MetriquesPrometheus, EnrichissementEvenements, UtilEvenements,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•   HistogrammeDurees, SummaryDurees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• BeepBeep 3.13 (JAR) — pas de compilation depuis les 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• Sorties : perforce_events_v3.json, perforce_gauges.json,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•   perforce_histogrammes.json, perforce_summaries.json, perforce_events_alertes.json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Étape 0 — Extraction des événements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Parseur de logs (LecteurLog.java)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Lecture en streaming — fichier ~1,7 Go traité en ~14 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Ignore le bruit serveur ; conserve les lignes --- après completed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11 commandes user-* (edit, submit, sync, integrate…)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Extraction : timestamp, user, args, fichiers, durée, métriques serveur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Métriques : lapse, memory, rpc, db locks, rows (MetriquesServeur.java)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17 187 événements extraits → 16 262 uniques (dédup BeepBeep)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Export v3 (perforce_events_v3)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EnrichissementEvenements.java — 1 ligne par événement, 27 colonnes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file_path : tableau ["chemin1","chemin2"] — nb_files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Métriques serveur : duration_s, lapse_s, mem, rpc, db locks, rows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project : NAD/NAND, UE_5.6, dossier Content, segment dépôt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Aligné sur dataset de référence (collaboration équipe)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Fichiers : perforce_events_v3.json (+ .csv optionnel)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Phase 1 — Métriques Prometheus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Types OpenMetrics — client Java Prometheus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6291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 OpenMetrics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Notre projet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Counter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Monotone croissant (+1 / événement)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Oui — Cumulate BeepBeep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Monte et descend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Oui — editsOuverts + export JSON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Histogram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Buckets (durées)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Oui — duration_s, 15 buckets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Quantiles p50/p95/p99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Oui — batch sur log complet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Info / StateSet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Métadonnées, états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Dérivée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Calcul sur Counters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Ratio edit/submit (Lone Wolf)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CEP (phase 2)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Séquences temporelles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Hors OpenMetrics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Correspondance client Java Prometheus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Client Java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Notre projet (BeepBeep)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Nom métrique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counter.inc()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TurnInto(1) → Cumulate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perforce_*_total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gauge.set() / inc() / dec()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taille map editsOuverts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perforce_open_edit_*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histogram.observe()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HistogrammeDurees.observer()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perforce_command_duration_seconds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summary.observe()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SummaryDurees (quantiles batch)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perforce_command_duration_seconds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labelNames("command")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champ command / par_commande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user-edit, user-sync…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Unit.SECONDS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duration_s du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unit: seconds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Counter : BeepBeep ↔ Prometheus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OpenMetrics Counter : ne fait qu'augmenter (souvent +1 par événement)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Client Java : counter.inc() à chaque événement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BeepBeep : TurnInto(1) → Cumulate (= inc() répété sur le flux)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Convention : suffixe _total (ex. perforce_user_submit_total)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Export : perforce_counters.json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Phase 2 (edit→revert, apathy) ≠ Counter — c'est du CEP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Gauge : BeepBeep ↔ Prometheus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OpenMetrics Gauge : monte et descend (≠ Counter monotone)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Client Java : gauge.inc() / gauge.dec() / gauge.set()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Notre gauge : taille de editsOuverts après chaque edit/submit/revert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Pipeline : QueueSource → FilterOn → état (map) → lecture instantanée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Métriques : perforce_open_edit_files, perforce_open_edit_users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Résultats log réel : fin 250 fichiers, pic 500 (27/04 16h), 79 users max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Export : perforce_gauges.json (résumé + série temporelle)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Histogram : distribution des durées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Métrique : perforce_command_duration_seconds (ligne completed)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BeepBeep : QueueSource → FilterOn(durée) → observe dans buckets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Buckets : 0,05 s → 1200 s (+Inf) — 16 232 observations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user-resolve / submit : quasi tout &lt; 0,25 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user-sync : distribution étalée (p99 ≈ 18 min) — projets UE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Export : perforce_histogrammes.json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Summary : quantiles des durées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Complète l'Histogram : p50, p90, p95, p99 (quantiles exacts, batch)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Global : p50 = 0,09 s mais p99 = 85 s → outliers user-sync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user-edit : p50 = 0,11 s, p99 = 0,70 s (majorité rapide)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user-sync : p50 = 0,19 s, p95 = 105 s (syncs lourds rares)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La moyenne (7,4 s) est trompeuse — le Summary le montre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Export : perforce_summaries.json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Pipeline BeepBeep — Phase 1 (Counter)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QueueSource → FilterOn → TurnInto(1) → Cumulate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Chaque événement = +1 ; valeur finale = Counter Prometheus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Counters produits 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perforce_events_total, perforce_user_submit_total, perforce_user_edit_total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Submits par heure = Counter + label « heure »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Activité par user = Counter + label « user » (Warm Bodies)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Ratio edit/submit = 2 Counters combinés (Lone Wolf)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Résultats — Phase 1 (log réel, juin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5F9E"/>
                </a:solidFill>
                <a:latin typeface="Calibri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17 187 extraits → 16 262 uniques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1 224 user-submit, 4 069 user-edit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Gauge : 250 checkouts ouverts (fin)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97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5F9E"/>
                </a:solidFill>
                <a:latin typeface="Calibri"/>
              </a:rPr>
              <a:t>Exemples marquants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5087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Pic 27/04 15h → 107 submits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Gauge pic : 500 fichiers (27/04 16h)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achavy : ratio edit/submit 182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user-sync p99 : 1102 s (sync UE)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Limite de la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Les compteurs quantifient l'activité mais ne voient pas l'ordre des actions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Impossible de répondre à 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« Ce fichier a-t-il été édité puis revert sans modification ? »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« Ce checkout a-t-il jamais été soumis ? »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« Combien de devs distincts ont soumis dans la même heure ? » (au-delà du simple compte)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Phase 2 — Patterns temporels CEP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Counter vs CEP — la différence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5F9E"/>
                </a:solidFill>
                <a:latin typeface="Calibri"/>
              </a:rPr>
              <a:t>Counter (Phase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Question : « Combien ? 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Pas de mémoire entre événements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Ex. : 4 069 edits au total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Ex. : 107 submits à 15h le 27/04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97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5F9E"/>
                </a:solidFill>
                <a:latin typeface="Calibri"/>
              </a:rPr>
              <a:t>CEP (Phase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5087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Question : « Dans quel ordre ? 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État gardé en mémoire (automate)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Ex. : edit puis revert sur même fichier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Ex. : edit sans submit sur ce fichier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Détecteur d'état — comment ça 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Map editsOuverts : (user|fichier) → dernier edit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user-edit   → fichier marqué « ouvert »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user-submit → retire les fichiers soumis (ou tous si -i)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user-revert → si edit existait → alerte edit→revert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Fin du log  → fichiers encore ouverts → alerte apathy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Les 3 patterns CEP détectés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Bystander Apathy : edit(fichier) sans submit(fichier) après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Edit → revert : edit(fichier) puis revert(même fichier)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Rush collectif : ≥ N users distincts submit dans la même heure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Correspondance edit ↔ submit/revert 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Chemin exact, suffixe (C:/… ↔ //depot/…), nom de fichier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Limite : submits -i sans fichiers listés dans le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Comparaison Phase 1 vs Phase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Antipattern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 1 (Prometheus)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 2 (CEP)</a:t>
                      </a:r>
                    </a:p>
                  </a:txBody>
                  <a:tcPr>
                    <a:solidFill>
                      <a:srgbClr val="2E5F9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Procrastination collective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Submits / heure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N users distincts / heure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Warm Bodies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Top / bottom 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Lone Wolf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Ratio edit/submit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Bystander Apathy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Gauge (fichiers ouverts)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edit sans submit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Edit → revert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Calibri"/>
                        </a:rPr>
                        <a:t>edit puis revert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Résultats — Phase 2 (log réel, juin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5F9E"/>
                </a:solidFill>
                <a:latin typeface="Calibri"/>
              </a:rPr>
              <a:t>Alertes détectées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217 séquences edit → revert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250 fichiers en apathy (edit sans submit)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Nombreuses fenêtres de rush collectif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97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5F9E"/>
                </a:solidFill>
                <a:latin typeface="Calibri"/>
              </a:rPr>
              <a:t>Exemples marquants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5087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27/04 13h : 60 users distincts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27/04 11h : 42 users, 15h : 107 submits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26/04 23h : 31 users (64 submits)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Cohérence gauge fin (250) = apathy (250)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Export : perforce_events_alertes.json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Démonstration / fichiers produits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Entrée : log.txt (~1,7 Go)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perforce_events_v3.json — événements enrichis (27 colonnes)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perforce_counters.json — Counters (_total)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perforce_gauges.json — Gauge + série temporelle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perforce_histogrammes.json — buckets de durées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perforce_summaries.json — quantiles p50/p95/p99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perforce_events_alertes.json — alertes CEP (phase 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Commande et 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Compilation : javac -cp beepbeep-3.13.jar -d bin -sourcepath src src/.../*.java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Exécution 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java -cp "bin:beepbeep-3.13.jar" ca.uqac.detection.Main log.txt [seuilRush]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Temps traitement : ~14 s pour 1,7 Go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Piste publication — tool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Message central : 4 types OpenMetrics + CEP pour les séquences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Sections : extraction v3, Counter/Gauge/Histogram/Summary, CEP, évaluation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Figures : gauge/heure, histogrammes, quantiles, rush, edit→revert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Évaluation : ~14 s, cohérence gauge ↔ apathy, validation qualitative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Limite : submits -i, quantiles batch vs fenêtre glissante Prometheus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Validation manuelle d'un échantillon d'alertes (vrais / faux positifs)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Graphiques pour le paper (histogrammes, quantiles, gauge)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Discussion anonymisation des usernames pour diffusion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Rédaction du tool paper / intégration au mémoire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Pistes : dashboard Grafana, alertes temps réel, streaming BeepBeep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Questions &amp; discussion</a:t>
            </a:r>
          </a:p>
          <a:p>
            <a:pPr>
              <a:spcBef>
                <a:spcPts val="1600"/>
              </a:spcBef>
            </a:pPr>
            <a:r>
              <a:rPr sz="1800" b="0">
                <a:solidFill>
                  <a:srgbClr val="CCDDEE"/>
                </a:solidFill>
                <a:latin typeface="Calibri"/>
              </a:rPr>
              <a:t>Merci — Hanifah</a:t>
            </a:r>
          </a:p>
          <a:p>
            <a:pPr>
              <a:spcBef>
                <a:spcPts val="2800"/>
              </a:spcBef>
            </a:pPr>
            <a:r>
              <a:rPr sz="1400" b="0">
                <a:solidFill>
                  <a:srgbClr val="AABBCC"/>
                </a:solidFill>
                <a:latin typeface="Calibri"/>
              </a:rPr>
              <a:t>Hanifah — UQAC — Juin 2026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AABBCC"/>
                </a:solidFill>
                <a:latin typeface="Calibri"/>
              </a:rPr>
              <a:t>Superviseurs : Sylvain Hallé, Yannick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